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2801" autoAdjust="0"/>
  </p:normalViewPr>
  <p:slideViewPr>
    <p:cSldViewPr snapToGrid="0">
      <p:cViewPr varScale="1">
        <p:scale>
          <a:sx n="89" d="100"/>
          <a:sy n="89" d="100"/>
        </p:scale>
        <p:origin x="4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F2538-4DF9-AE45-7AE1-3B82342EEB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9D4494-833A-0B6E-E115-9E01AC26E3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48C3A-E485-0BFA-30F8-A3F666B5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AC85E-A5C9-497E-9BA3-FE8BD847C2CE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6373CF-9A4A-C154-F16B-13D3B6027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7992D-3EB2-BE60-611A-CDC3B1873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C437B-04AF-4683-A430-A846DBBB04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3773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7352C-D427-07B2-3E82-B2CF8FF1E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8CA51-A4EE-AECD-877B-017B2F8922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95F41B-9A86-6C34-D99D-20412CEA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AC85E-A5C9-497E-9BA3-FE8BD847C2CE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F8244-B439-6811-7440-D0D497E03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8F71F-282D-C7E1-EB9E-11985D0A7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C437B-04AF-4683-A430-A846DBBB04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0387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26516-2418-58DA-2E00-6FA7BACD6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BAC6D1-5F90-5B70-96CC-69250481E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64E434-9773-B3B8-141D-0D7CC2F38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AC85E-A5C9-497E-9BA3-FE8BD847C2CE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AA4F4-B34E-3B2A-7F05-25ACD217C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8A68C-ACC9-61DD-5777-0A634AF45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C437B-04AF-4683-A430-A846DBBB04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3794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EE1F4-6985-64B9-13A8-2A2D3E8E0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26347-4B55-7F1C-E3B2-6BCBED5CB3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16359F-538C-97CB-7E25-D60AA1A0A9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009AE6-C7D6-8528-7835-C4631B512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AC85E-A5C9-497E-9BA3-FE8BD847C2CE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200AED-A75F-80FB-4D77-A3A09CA49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D8D3CB-3A03-F7CF-6A47-06F1F2329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C437B-04AF-4683-A430-A846DBBB04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6017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71A08-44E0-73D0-E8D1-D8318115E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275B0D-0945-B0F1-8CBC-BE89694B0F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AA95CF-5DE1-48F7-CB7D-55DF3CB803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809DC8-F16C-E038-1993-6DFE22033C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393F9F-39F4-D370-E47F-607697997D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37B546-9CEE-01EE-C197-66E469CE0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AC85E-A5C9-497E-9BA3-FE8BD847C2CE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3DAEEC-8B7F-46A4-A2E4-ECACA6E69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CFA733-F7E5-A4CA-0EBC-9CF216820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C437B-04AF-4683-A430-A846DBBB04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5700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7C55B-F6C7-88A2-978D-FD7619575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A7DAD2-0F96-E360-52BE-B60D7A41E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AC85E-A5C9-497E-9BA3-FE8BD847C2CE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8D06C8-0B40-76E5-076B-0D2980E89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9F433E-BE8E-0B34-7A0B-B675AE9AB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C437B-04AF-4683-A430-A846DBBB04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486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3C8EE9-E307-ABC6-2E67-819C26C07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AC85E-A5C9-497E-9BA3-FE8BD847C2CE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A6443E-542E-D31B-506D-1FEFE38A9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D89570-FC97-72B9-0BD5-6D9E1C0F3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C437B-04AF-4683-A430-A846DBBB04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4297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04CAD-8ACB-6E3C-5B52-DDB37DDF1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0A1C3-2B81-B9E7-0B62-BC58DEBB5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024593-01AB-4072-F3FE-04B5FC23ED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87AFF8-0CDD-5F1F-4A70-4BEDD6D4A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AC85E-A5C9-497E-9BA3-FE8BD847C2CE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635CCE-2C50-7B62-3A4B-11558159A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53FF89-5BBF-86CB-0A69-73D35D1BF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C437B-04AF-4683-A430-A846DBBB04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5844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D10BA-13D0-732F-6A13-A844DB936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6C22BF-9303-EE16-A7C0-0715DC8B2E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538C14-F086-468B-53F6-FF833A0AF0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4C0D65-7741-1130-0C48-AF13B5F3C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AC85E-A5C9-497E-9BA3-FE8BD847C2CE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87EDB1-E4DB-BC3B-100A-B75B6B482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BEF23E-A953-F56F-7125-937D4B8CA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C437B-04AF-4683-A430-A846DBBB04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1942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05646-6BAF-2A13-AE8D-D2B289ACB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B7D948-1FAB-5C96-C0FF-A1769A0138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6100D-7CA3-2F60-A0B6-29D54D025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AC85E-A5C9-497E-9BA3-FE8BD847C2CE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1527D6-C51A-7D0B-5D73-8F117F176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ACA2D-11FE-C7F7-559F-F70D4B9F9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C437B-04AF-4683-A430-A846DBBB04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772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F6B476-1CF1-7FD2-6040-E6598F00E9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C7B47D-E6E1-54FD-E717-1CCA1CD5DB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F5103-5DE6-4A50-A3B9-D4AAC94D5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AC85E-A5C9-497E-9BA3-FE8BD847C2CE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81230-2A72-10D8-472F-0D9B26C70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F5317-69FA-682D-5735-362629142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C437B-04AF-4683-A430-A846DBBB04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9862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3AED38-49CA-A435-E149-0DCB0482A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CE6366-289B-6398-9E70-9E77FF18A6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9C7EC-58D6-861D-8DAA-2E1E011751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3AC85E-A5C9-497E-9BA3-FE8BD847C2CE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3FA53-65DD-1080-7118-85A83BDCAF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39000-FBAE-D631-EA52-3ECB14F1BC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1C437B-04AF-4683-A430-A846DBBB04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2447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D57AD-6DB0-3C63-A656-BD23EC5A7B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48DBCA-B9A1-9DFB-8D77-822639689D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FCC5DB-F680-59D0-8FEF-4A0F17BB3B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26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D327D4-8948-F3E5-AC07-BB7293E6EF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084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0BD097-B892-839C-95CF-872109A6D3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184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ADB9E2-FE47-A88E-7195-A0F78FC4F7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1999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91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D0C39B-C1A9-A38A-31DF-33BD272ECE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572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1B27AD-2C66-57B8-96D4-300F8F5B9C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569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81DB08-4547-97DE-232A-BA7A5DE231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432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D5A7E6-6FB1-1E68-DBA2-DFA1F92797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78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69D18E-7B88-58A7-7DAE-D7899B4FC4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2542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F85685-3839-0982-DFFA-FE305EB69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998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Nishant gupta</dc:creator>
  <cp:lastModifiedBy>Nishant gupta</cp:lastModifiedBy>
  <cp:revision>1</cp:revision>
  <dcterms:created xsi:type="dcterms:W3CDTF">2025-12-31T11:04:57Z</dcterms:created>
  <dcterms:modified xsi:type="dcterms:W3CDTF">2025-12-31T11:04:57Z</dcterms:modified>
</cp:coreProperties>
</file>